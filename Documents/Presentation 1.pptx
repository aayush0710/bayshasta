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yush gautam" userId="9613dba6db36db0b" providerId="Windows Live" clId="Web-{BD234F6E-E8A5-41A2-821B-AAF56EDBC9A7}"/>
    <pc:docChg chg="modSld">
      <pc:chgData name="aayush gautam" userId="9613dba6db36db0b" providerId="Windows Live" clId="Web-{BD234F6E-E8A5-41A2-821B-AAF56EDBC9A7}" dt="2018-11-30T21:20:01.815" v="31" actId="20577"/>
      <pc:docMkLst>
        <pc:docMk/>
      </pc:docMkLst>
      <pc:sldChg chg="modSp">
        <pc:chgData name="aayush gautam" userId="9613dba6db36db0b" providerId="Windows Live" clId="Web-{BD234F6E-E8A5-41A2-821B-AAF56EDBC9A7}" dt="2018-11-30T21:19:59.972" v="28" actId="20577"/>
        <pc:sldMkLst>
          <pc:docMk/>
          <pc:sldMk cId="109857222" sldId="256"/>
        </pc:sldMkLst>
        <pc:spChg chg="mod">
          <ac:chgData name="aayush gautam" userId="9613dba6db36db0b" providerId="Windows Live" clId="Web-{BD234F6E-E8A5-41A2-821B-AAF56EDBC9A7}" dt="2018-11-30T21:19:59.972" v="28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9</cp:revision>
  <dcterms:created xsi:type="dcterms:W3CDTF">2013-07-15T20:26:40Z</dcterms:created>
  <dcterms:modified xsi:type="dcterms:W3CDTF">2018-11-30T21:20:02Z</dcterms:modified>
</cp:coreProperties>
</file>