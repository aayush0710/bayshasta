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yush gautam" userId="9613dba6db36db0b" providerId="Windows Live" clId="Web-{34BFFB88-6320-4342-A263-B56AD682D47F}"/>
    <pc:docChg chg="modSld">
      <pc:chgData name="aayush gautam" userId="9613dba6db36db0b" providerId="Windows Live" clId="Web-{34BFFB88-6320-4342-A263-B56AD682D47F}" dt="2017-12-07T16:03:14.419" v="21"/>
      <pc:docMkLst>
        <pc:docMk/>
      </pc:docMkLst>
      <pc:sldChg chg="modSp">
        <pc:chgData name="aayush gautam" userId="9613dba6db36db0b" providerId="Windows Live" clId="Web-{34BFFB88-6320-4342-A263-B56AD682D47F}" dt="2017-12-07T16:03:14.419" v="20"/>
        <pc:sldMkLst>
          <pc:docMk/>
          <pc:sldMk cId="109857222" sldId="256"/>
        </pc:sldMkLst>
        <pc:spChg chg="mod">
          <ac:chgData name="aayush gautam" userId="9613dba6db36db0b" providerId="Windows Live" clId="Web-{34BFFB88-6320-4342-A263-B56AD682D47F}" dt="2017-12-07T16:03:14.419" v="20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aayush gautam" userId="9613dba6db36db0b" providerId="Windows Live" clId="Web-{E9236037-F7C5-4439-9EE9-61FFD7396233}"/>
    <pc:docChg chg="addSld delSld modSld modSection">
      <pc:chgData name="aayush gautam" userId="9613dba6db36db0b" providerId="Windows Live" clId="Web-{E9236037-F7C5-4439-9EE9-61FFD7396233}" dt="2017-12-07T16:51:53.499" v="624"/>
      <pc:docMkLst>
        <pc:docMk/>
      </pc:docMkLst>
      <pc:sldChg chg="modSp">
        <pc:chgData name="aayush gautam" userId="9613dba6db36db0b" providerId="Windows Live" clId="Web-{E9236037-F7C5-4439-9EE9-61FFD7396233}" dt="2017-12-07T16:11:51.311" v="119"/>
        <pc:sldMkLst>
          <pc:docMk/>
          <pc:sldMk cId="109857222" sldId="256"/>
        </pc:sldMkLst>
        <pc:spChg chg="mod">
          <ac:chgData name="aayush gautam" userId="9613dba6db36db0b" providerId="Windows Live" clId="Web-{E9236037-F7C5-4439-9EE9-61FFD7396233}" dt="2017-12-07T16:11:51.311" v="119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aayush gautam" userId="9613dba6db36db0b" providerId="Windows Live" clId="Web-{E9236037-F7C5-4439-9EE9-61FFD7396233}" dt="2017-12-07T16:08:42.476" v="112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aayush gautam" userId="9613dba6db36db0b" providerId="Windows Live" clId="Web-{E9236037-F7C5-4439-9EE9-61FFD7396233}" dt="2017-12-07T16:30:00.509" v="313"/>
        <pc:sldMkLst>
          <pc:docMk/>
          <pc:sldMk cId="3657150189" sldId="257"/>
        </pc:sldMkLst>
        <pc:spChg chg="mod">
          <ac:chgData name="aayush gautam" userId="9613dba6db36db0b" providerId="Windows Live" clId="Web-{E9236037-F7C5-4439-9EE9-61FFD7396233}" dt="2017-12-07T16:12:05.437" v="137"/>
          <ac:spMkLst>
            <pc:docMk/>
            <pc:sldMk cId="3657150189" sldId="257"/>
            <ac:spMk id="2" creationId="{09DE6C12-9984-4E1B-ADC6-5D8A80566A66}"/>
          </ac:spMkLst>
        </pc:spChg>
        <pc:spChg chg="mod">
          <ac:chgData name="aayush gautam" userId="9613dba6db36db0b" providerId="Windows Live" clId="Web-{E9236037-F7C5-4439-9EE9-61FFD7396233}" dt="2017-12-07T16:30:00.509" v="313"/>
          <ac:spMkLst>
            <pc:docMk/>
            <pc:sldMk cId="3657150189" sldId="257"/>
            <ac:spMk id="3" creationId="{529F365E-EA85-41B0-B162-4A564B06CEFD}"/>
          </ac:spMkLst>
        </pc:spChg>
      </pc:sldChg>
      <pc:sldChg chg="modSp new">
        <pc:chgData name="aayush gautam" userId="9613dba6db36db0b" providerId="Windows Live" clId="Web-{E9236037-F7C5-4439-9EE9-61FFD7396233}" dt="2017-12-07T16:32:08.183" v="364"/>
        <pc:sldMkLst>
          <pc:docMk/>
          <pc:sldMk cId="4019615395" sldId="258"/>
        </pc:sldMkLst>
        <pc:spChg chg="mod">
          <ac:chgData name="aayush gautam" userId="9613dba6db36db0b" providerId="Windows Live" clId="Web-{E9236037-F7C5-4439-9EE9-61FFD7396233}" dt="2017-12-07T16:30:35.947" v="336"/>
          <ac:spMkLst>
            <pc:docMk/>
            <pc:sldMk cId="4019615395" sldId="258"/>
            <ac:spMk id="2" creationId="{76E3CFB3-3C33-4D21-AF25-AAEEF31ACF2E}"/>
          </ac:spMkLst>
        </pc:spChg>
        <pc:spChg chg="mod">
          <ac:chgData name="aayush gautam" userId="9613dba6db36db0b" providerId="Windows Live" clId="Web-{E9236037-F7C5-4439-9EE9-61FFD7396233}" dt="2017-12-07T16:32:08.183" v="364"/>
          <ac:spMkLst>
            <pc:docMk/>
            <pc:sldMk cId="4019615395" sldId="258"/>
            <ac:spMk id="3" creationId="{67E4D01C-16B7-4033-AF09-40373B7C8127}"/>
          </ac:spMkLst>
        </pc:spChg>
      </pc:sldChg>
      <pc:sldChg chg="delSp modSp new">
        <pc:chgData name="aayush gautam" userId="9613dba6db36db0b" providerId="Windows Live" clId="Web-{E9236037-F7C5-4439-9EE9-61FFD7396233}" dt="2017-12-07T16:35:22.560" v="398"/>
        <pc:sldMkLst>
          <pc:docMk/>
          <pc:sldMk cId="67279840" sldId="259"/>
        </pc:sldMkLst>
        <pc:spChg chg="mod">
          <ac:chgData name="aayush gautam" userId="9613dba6db36db0b" providerId="Windows Live" clId="Web-{E9236037-F7C5-4439-9EE9-61FFD7396233}" dt="2017-12-07T16:35:07.529" v="395"/>
          <ac:spMkLst>
            <pc:docMk/>
            <pc:sldMk cId="67279840" sldId="259"/>
            <ac:spMk id="2" creationId="{6017BCA0-A235-457C-A91B-FAE3B69CF5CC}"/>
          </ac:spMkLst>
        </pc:spChg>
        <pc:spChg chg="del">
          <ac:chgData name="aayush gautam" userId="9613dba6db36db0b" providerId="Windows Live" clId="Web-{E9236037-F7C5-4439-9EE9-61FFD7396233}" dt="2017-12-07T16:35:22.560" v="398"/>
          <ac:spMkLst>
            <pc:docMk/>
            <pc:sldMk cId="67279840" sldId="259"/>
            <ac:spMk id="3" creationId="{A3F42382-F908-4FB0-8056-76326C5F21F9}"/>
          </ac:spMkLst>
        </pc:spChg>
      </pc:sldChg>
      <pc:sldChg chg="modSp new">
        <pc:chgData name="aayush gautam" userId="9613dba6db36db0b" providerId="Windows Live" clId="Web-{E9236037-F7C5-4439-9EE9-61FFD7396233}" dt="2017-12-07T16:50:53.404" v="615"/>
        <pc:sldMkLst>
          <pc:docMk/>
          <pc:sldMk cId="3981960796" sldId="260"/>
        </pc:sldMkLst>
        <pc:spChg chg="mod">
          <ac:chgData name="aayush gautam" userId="9613dba6db36db0b" providerId="Windows Live" clId="Web-{E9236037-F7C5-4439-9EE9-61FFD7396233}" dt="2017-12-07T16:37:11.859" v="434"/>
          <ac:spMkLst>
            <pc:docMk/>
            <pc:sldMk cId="3981960796" sldId="260"/>
            <ac:spMk id="2" creationId="{21FDF0C2-AC19-4985-99B6-0658DF5DB7ED}"/>
          </ac:spMkLst>
        </pc:spChg>
        <pc:spChg chg="mod">
          <ac:chgData name="aayush gautam" userId="9613dba6db36db0b" providerId="Windows Live" clId="Web-{E9236037-F7C5-4439-9EE9-61FFD7396233}" dt="2017-12-07T16:50:53.404" v="615"/>
          <ac:spMkLst>
            <pc:docMk/>
            <pc:sldMk cId="3981960796" sldId="260"/>
            <ac:spMk id="3" creationId="{3B0B2945-9AF6-45B7-A7C7-7937B0CD8A36}"/>
          </ac:spMkLst>
        </pc:spChg>
      </pc:sldChg>
      <pc:sldChg chg="new del">
        <pc:chgData name="aayush gautam" userId="9613dba6db36db0b" providerId="Windows Live" clId="Web-{E9236037-F7C5-4439-9EE9-61FFD7396233}" dt="2017-12-07T16:35:53.467" v="400"/>
        <pc:sldMkLst>
          <pc:docMk/>
          <pc:sldMk cId="4173378521" sldId="260"/>
        </pc:sldMkLst>
      </pc:sldChg>
      <pc:sldChg chg="delSp modSp new">
        <pc:chgData name="aayush gautam" userId="9613dba6db36db0b" providerId="Windows Live" clId="Web-{E9236037-F7C5-4439-9EE9-61FFD7396233}" dt="2017-12-07T16:41:13.981" v="487"/>
        <pc:sldMkLst>
          <pc:docMk/>
          <pc:sldMk cId="333530367" sldId="261"/>
        </pc:sldMkLst>
        <pc:spChg chg="mod">
          <ac:chgData name="aayush gautam" userId="9613dba6db36db0b" providerId="Windows Live" clId="Web-{E9236037-F7C5-4439-9EE9-61FFD7396233}" dt="2017-12-07T16:41:05.918" v="483"/>
          <ac:spMkLst>
            <pc:docMk/>
            <pc:sldMk cId="333530367" sldId="261"/>
            <ac:spMk id="2" creationId="{E08A476D-093E-4E6D-A7FE-0DBA5EA92FDC}"/>
          </ac:spMkLst>
        </pc:spChg>
        <pc:spChg chg="del mod">
          <ac:chgData name="aayush gautam" userId="9613dba6db36db0b" providerId="Windows Live" clId="Web-{E9236037-F7C5-4439-9EE9-61FFD7396233}" dt="2017-12-07T16:41:13.981" v="487"/>
          <ac:spMkLst>
            <pc:docMk/>
            <pc:sldMk cId="333530367" sldId="261"/>
            <ac:spMk id="3" creationId="{06F8FB31-436C-4757-A926-357B7984A45B}"/>
          </ac:spMkLst>
        </pc:spChg>
      </pc:sldChg>
      <pc:sldChg chg="delSp modSp new">
        <pc:chgData name="aayush gautam" userId="9613dba6db36db0b" providerId="Windows Live" clId="Web-{E9236037-F7C5-4439-9EE9-61FFD7396233}" dt="2017-12-07T16:51:09.811" v="619"/>
        <pc:sldMkLst>
          <pc:docMk/>
          <pc:sldMk cId="1953523915" sldId="262"/>
        </pc:sldMkLst>
        <pc:spChg chg="del">
          <ac:chgData name="aayush gautam" userId="9613dba6db36db0b" providerId="Windows Live" clId="Web-{E9236037-F7C5-4439-9EE9-61FFD7396233}" dt="2017-12-07T16:44:02.073" v="547"/>
          <ac:spMkLst>
            <pc:docMk/>
            <pc:sldMk cId="1953523915" sldId="262"/>
            <ac:spMk id="2" creationId="{B71573B9-3848-4767-9A01-DBF26212476D}"/>
          </ac:spMkLst>
        </pc:spChg>
        <pc:spChg chg="mod">
          <ac:chgData name="aayush gautam" userId="9613dba6db36db0b" providerId="Windows Live" clId="Web-{E9236037-F7C5-4439-9EE9-61FFD7396233}" dt="2017-12-07T16:51:09.811" v="619"/>
          <ac:spMkLst>
            <pc:docMk/>
            <pc:sldMk cId="1953523915" sldId="262"/>
            <ac:spMk id="3" creationId="{9FD1B215-CFA4-4B4B-A3E4-AF5F4636335B}"/>
          </ac:spMkLst>
        </pc:spChg>
      </pc:sldChg>
      <pc:sldChg chg="delSp modSp new">
        <pc:chgData name="aayush gautam" userId="9613dba6db36db0b" providerId="Windows Live" clId="Web-{E9236037-F7C5-4439-9EE9-61FFD7396233}" dt="2017-12-07T16:51:50.608" v="622"/>
        <pc:sldMkLst>
          <pc:docMk/>
          <pc:sldMk cId="662217911" sldId="263"/>
        </pc:sldMkLst>
        <pc:spChg chg="del">
          <ac:chgData name="aayush gautam" userId="9613dba6db36db0b" providerId="Windows Live" clId="Web-{E9236037-F7C5-4439-9EE9-61FFD7396233}" dt="2017-12-07T16:48:34.996" v="594"/>
          <ac:spMkLst>
            <pc:docMk/>
            <pc:sldMk cId="662217911" sldId="263"/>
            <ac:spMk id="2" creationId="{024C7EFD-4044-429A-A592-B5F41109F37A}"/>
          </ac:spMkLst>
        </pc:spChg>
        <pc:spChg chg="mod">
          <ac:chgData name="aayush gautam" userId="9613dba6db36db0b" providerId="Windows Live" clId="Web-{E9236037-F7C5-4439-9EE9-61FFD7396233}" dt="2017-12-07T16:51:50.608" v="622"/>
          <ac:spMkLst>
            <pc:docMk/>
            <pc:sldMk cId="662217911" sldId="263"/>
            <ac:spMk id="3" creationId="{12250E98-C055-47EF-BFD0-3E244F4D704F}"/>
          </ac:spMkLst>
        </pc:spChg>
      </pc:sldChg>
      <pc:sldChg chg="modSp new">
        <pc:chgData name="aayush gautam" userId="9613dba6db36db0b" providerId="Windows Live" clId="Web-{E9236037-F7C5-4439-9EE9-61FFD7396233}" dt="2017-12-07T16:48:57.184" v="613"/>
        <pc:sldMkLst>
          <pc:docMk/>
          <pc:sldMk cId="1514700048" sldId="264"/>
        </pc:sldMkLst>
        <pc:spChg chg="mod">
          <ac:chgData name="aayush gautam" userId="9613dba6db36db0b" providerId="Windows Live" clId="Web-{E9236037-F7C5-4439-9EE9-61FFD7396233}" dt="2017-12-07T16:48:57.184" v="613"/>
          <ac:spMkLst>
            <pc:docMk/>
            <pc:sldMk cId="1514700048" sldId="264"/>
            <ac:spMk id="2" creationId="{21C53FF8-AF44-43AB-8952-31D893FD271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12/7/2017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951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37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4669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51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972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9332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288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7570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768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670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43217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4086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218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094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0192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28960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188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46CE7D5-CF57-46EF-B807-FDD0502418D4}" type="datetimeFigureOut">
              <a:rPr lang="en-US" smtClean="0"/>
              <a:t>12/7/2017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219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/>
              <a:t>English 5A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 what ways does history, or the media, tell us who or what matters? Who counts and who does not?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E6C12-9984-4E1B-ADC6-5D8A80566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history is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F365E-EA85-41B0-B162-4A564B06C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helps to understand what other people role were and what is our role.</a:t>
            </a:r>
          </a:p>
          <a:p>
            <a:r>
              <a:rPr lang="en-US" dirty="0"/>
              <a:t>It came before you and it will march on after you gone.</a:t>
            </a:r>
          </a:p>
          <a:p>
            <a:r>
              <a:rPr lang="en-US" dirty="0"/>
              <a:t>You can learn from mistakes and get a solution</a:t>
            </a:r>
          </a:p>
          <a:p>
            <a:r>
              <a:rPr lang="en-US" dirty="0"/>
              <a:t>Remind us what we have lost and what we can bring to future</a:t>
            </a:r>
          </a:p>
        </p:txBody>
      </p:sp>
    </p:spTree>
    <p:extLst>
      <p:ext uri="{BB962C8B-B14F-4D97-AF65-F5344CB8AC3E}">
        <p14:creationId xmlns:p14="http://schemas.microsoft.com/office/powerpoint/2010/main" val="3657150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3CFB3-3C33-4D21-AF25-AAEEF31AC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media is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4D01C-16B7-4033-AF09-40373B7C8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Gives us immense knowledge &amp; transmits information.</a:t>
            </a:r>
          </a:p>
          <a:p>
            <a:r>
              <a:rPr lang="en-US" b="1" dirty="0"/>
              <a:t>Raises our consciousness</a:t>
            </a:r>
            <a:r>
              <a:rPr lang="en-US" dirty="0"/>
              <a:t> </a:t>
            </a:r>
          </a:p>
          <a:p>
            <a:r>
              <a:rPr lang="en-US" b="1" dirty="0"/>
              <a:t>Raises voice against social evils</a:t>
            </a:r>
            <a:r>
              <a:rPr lang="en-US" dirty="0"/>
              <a:t> </a:t>
            </a:r>
          </a:p>
          <a:p>
            <a:r>
              <a:rPr lang="en-US" b="1" dirty="0"/>
              <a:t>Provides true pictures and live telecast for various events</a:t>
            </a:r>
          </a:p>
          <a:p>
            <a:r>
              <a:rPr lang="en-US" b="1" dirty="0"/>
              <a:t> Educates the society</a:t>
            </a:r>
          </a:p>
        </p:txBody>
      </p:sp>
    </p:spTree>
    <p:extLst>
      <p:ext uri="{BB962C8B-B14F-4D97-AF65-F5344CB8AC3E}">
        <p14:creationId xmlns:p14="http://schemas.microsoft.com/office/powerpoint/2010/main" val="4019615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7BCA0-A235-457C-A91B-FAE3B69CF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people feels it importance?</a:t>
            </a:r>
          </a:p>
        </p:txBody>
      </p:sp>
    </p:spTree>
    <p:extLst>
      <p:ext uri="{BB962C8B-B14F-4D97-AF65-F5344CB8AC3E}">
        <p14:creationId xmlns:p14="http://schemas.microsoft.com/office/powerpoint/2010/main" val="67279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DF0C2-AC19-4985-99B6-0658DF5DB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000000"/>
                </a:solidFill>
              </a:rPr>
              <a:t>According to the Media Insight Projects May, 2017,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B2945-9AF6-45B7-A7C7-7937B0CD8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i="1" dirty="0">
                <a:latin typeface="Calibri"/>
              </a:rPr>
              <a:t>24 percent of Americans say they believe the news media in general are “moral.” </a:t>
            </a:r>
          </a:p>
          <a:p>
            <a:r>
              <a:rPr lang="en-US" i="1" dirty="0">
                <a:latin typeface="Calibri"/>
              </a:rPr>
              <a:t>But that number more than doubles, to a majority of 53 percent, when people are asked about the news media they use most often.</a:t>
            </a:r>
          </a:p>
          <a:p>
            <a:r>
              <a:rPr lang="en-US" i="1" dirty="0">
                <a:latin typeface="Calibri"/>
              </a:rPr>
              <a:t>17 percent of Americans give the news media high marks for being “very accurate.”</a:t>
            </a:r>
          </a:p>
          <a:p>
            <a:r>
              <a:rPr lang="en-US" dirty="0">
                <a:latin typeface="Calibri"/>
              </a:rPr>
              <a:t>34% of Democrats and 11% of Republicans believe information from national news organizations is trustworthy</a:t>
            </a:r>
          </a:p>
          <a:p>
            <a:r>
              <a:rPr lang="en-US" dirty="0">
                <a:latin typeface="Calibri"/>
              </a:rPr>
              <a:t>When it comes to relying on the national news media to keep them informed, the gap tightens up a bit, to 15 points, with Democrats agreeing only 33% of the time, and Republicans agreeing 18% of the time.</a:t>
            </a:r>
          </a:p>
        </p:txBody>
      </p:sp>
    </p:spTree>
    <p:extLst>
      <p:ext uri="{BB962C8B-B14F-4D97-AF65-F5344CB8AC3E}">
        <p14:creationId xmlns:p14="http://schemas.microsoft.com/office/powerpoint/2010/main" val="3981960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A476D-093E-4E6D-A7FE-0DBA5EA92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 a member of BCC community what can you do?</a:t>
            </a:r>
          </a:p>
        </p:txBody>
      </p:sp>
    </p:spTree>
    <p:extLst>
      <p:ext uri="{BB962C8B-B14F-4D97-AF65-F5344CB8AC3E}">
        <p14:creationId xmlns:p14="http://schemas.microsoft.com/office/powerpoint/2010/main" val="333530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1B215-CFA4-4B4B-A3E4-AF5F46363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667692"/>
            <a:ext cx="9601200" cy="5207646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Calibri"/>
              </a:rPr>
              <a:t>Believe in facts and relevant data that history or media has to provide.</a:t>
            </a:r>
          </a:p>
          <a:p>
            <a:r>
              <a:rPr lang="en-US" dirty="0">
                <a:latin typeface="Calibri"/>
              </a:rPr>
              <a:t>Recognize first what kind of content you’re looking at. Is it a news story? Or is it an opinion piece? Is it an ad or what some people call native advertising produced by a company? Is it a reaction to someone else’s content?</a:t>
            </a:r>
            <a:endParaRPr lang="en-US">
              <a:solidFill>
                <a:schemeClr val="tx1"/>
              </a:solidFill>
              <a:latin typeface="Calibri"/>
            </a:endParaRPr>
          </a:p>
          <a:p>
            <a:r>
              <a:rPr lang="en-US" i="1" dirty="0">
                <a:latin typeface="Calibri"/>
              </a:rPr>
              <a:t>Knowing what you are looking at is the first step to figuring out what you can believe.</a:t>
            </a:r>
            <a:endParaRPr lang="en-US">
              <a:solidFill>
                <a:schemeClr val="tx1"/>
              </a:solidFill>
              <a:latin typeface="Calibri"/>
            </a:endParaRPr>
          </a:p>
          <a:p>
            <a:r>
              <a:rPr lang="en-US" dirty="0">
                <a:solidFill>
                  <a:schemeClr val="tx1"/>
                </a:solidFill>
                <a:latin typeface="Calibri"/>
              </a:rPr>
              <a:t> Who and what are the sources cited and why should I believe them?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 </a:t>
            </a:r>
            <a:r>
              <a:rPr lang="en-US" i="1" dirty="0">
                <a:solidFill>
                  <a:srgbClr val="000000"/>
                </a:solidFill>
                <a:latin typeface="Calibri"/>
              </a:rPr>
              <a:t>The key question is, how do they know? If it’s not clear, you should be more skeptical.</a:t>
            </a:r>
            <a:endParaRPr lang="en-US" i="1">
              <a:solidFill>
                <a:srgbClr val="262626"/>
              </a:solidFill>
              <a:latin typeface="Calibri"/>
            </a:endParaRPr>
          </a:p>
          <a:p>
            <a:r>
              <a:rPr lang="en-US" dirty="0">
                <a:solidFill>
                  <a:schemeClr val="tx1"/>
                </a:solidFill>
                <a:latin typeface="Calibri"/>
              </a:rPr>
              <a:t> Evidence: What’s the evidence and how was it vetted?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 </a:t>
            </a:r>
            <a:r>
              <a:rPr lang="en-US" i="1" dirty="0">
                <a:solidFill>
                  <a:srgbClr val="000000"/>
                </a:solidFill>
                <a:latin typeface="Calibri"/>
              </a:rPr>
              <a:t>Trust the material that offers more evidence, is more specific and more transparent about the proof being offered.</a:t>
            </a:r>
          </a:p>
          <a:p>
            <a:endParaRPr lang="en-US" i="1" dirty="0">
              <a:solidFill>
                <a:srgbClr val="262626"/>
              </a:solidFill>
            </a:endParaRPr>
          </a:p>
          <a:p>
            <a:endParaRPr lang="en-US">
              <a:solidFill>
                <a:srgbClr val="000000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523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50E98-C055-47EF-BFD0-3E244F4D7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1736" y="1162050"/>
            <a:ext cx="9601196" cy="3318936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Calibri"/>
              </a:rPr>
              <a:t>Interpretation: Is the main point of the piece proven by the evidence?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 </a:t>
            </a:r>
            <a:r>
              <a:rPr lang="en-US" i="1" dirty="0">
                <a:solidFill>
                  <a:srgbClr val="000000"/>
                </a:solidFill>
                <a:latin typeface="Calibri"/>
              </a:rPr>
              <a:t>We should expect enough evidence to prove the case. We shouldn’t just take someone’s word. The more evidence the better.</a:t>
            </a:r>
            <a:endParaRPr lang="en-US">
              <a:latin typeface="Calibri"/>
            </a:endParaRPr>
          </a:p>
          <a:p>
            <a:r>
              <a:rPr lang="en-US" dirty="0">
                <a:solidFill>
                  <a:schemeClr val="tx1"/>
                </a:solidFill>
                <a:latin typeface="Calibri"/>
              </a:rPr>
              <a:t>Completeness: What’s missing?</a:t>
            </a:r>
            <a:endParaRPr lang="en-US" i="1">
              <a:solidFill>
                <a:srgbClr val="000000"/>
              </a:solidFill>
              <a:latin typeface="Calibri"/>
            </a:endParaRPr>
          </a:p>
          <a:p>
            <a:r>
              <a:rPr lang="en-US" dirty="0">
                <a:solidFill>
                  <a:schemeClr val="tx1"/>
                </a:solidFill>
                <a:latin typeface="Calibri"/>
              </a:rPr>
              <a:t>Knowledge: Am I learning every day what I need?</a:t>
            </a:r>
            <a:endParaRPr lang="en-US" i="1" dirty="0">
              <a:solidFill>
                <a:srgbClr val="000000"/>
              </a:solidFill>
              <a:latin typeface="Calibri"/>
            </a:endParaRPr>
          </a:p>
          <a:p>
            <a:endParaRPr lang="en-US" i="1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217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53FF8-AF44-43AB-8952-31D893FD2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5616" y="2705100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en-US" dirty="0"/>
              <a:t>Thank you !!</a:t>
            </a:r>
            <a:br>
              <a:rPr lang="en-US" dirty="0">
                <a:solidFill>
                  <a:schemeClr val="tx1"/>
                </a:solidFill>
                <a:latin typeface="+mj-ea"/>
                <a:cs typeface="+mj-ea"/>
              </a:rPr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7000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Organic</vt:lpstr>
      <vt:lpstr>   English 5A  </vt:lpstr>
      <vt:lpstr>Why history is important?</vt:lpstr>
      <vt:lpstr>Why media is important?</vt:lpstr>
      <vt:lpstr>Do people feels it importance?</vt:lpstr>
      <vt:lpstr>According to the Media Insight Projects May, 2017, report</vt:lpstr>
      <vt:lpstr>As a member of BCC community what can you do?</vt:lpstr>
      <vt:lpstr>PowerPoint Presentation</vt:lpstr>
      <vt:lpstr>PowerPoint Presentation</vt:lpstr>
      <vt:lpstr>Thank you !!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3</cp:revision>
  <dcterms:created xsi:type="dcterms:W3CDTF">2013-07-15T20:26:40Z</dcterms:created>
  <dcterms:modified xsi:type="dcterms:W3CDTF">2017-12-07T16:51:54Z</dcterms:modified>
</cp:coreProperties>
</file>